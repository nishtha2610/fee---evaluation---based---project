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57200"/>
            <a:ext cx="10728655" cy="24688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</a:defRPr>
            </a:pPr>
            <a:r>
              <a:rPr sz="3200" i="1" u="sng" dirty="0"/>
              <a:t>Restaurant Table Ordering System (Queen's Kitchen)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EF4444"/>
                </a:solidFill>
              </a:defRPr>
            </a:pPr>
            <a:r>
              <a:t>Front End Engineering - IIII (25CSE0203) — Project Based Evaluation-II (Phase 2)I (Phase 2)I (Phase 2)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rPr sz="1400" dirty="0"/>
              <a:t>Department of Computer Science &amp; Engineering • Chitkara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32004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3461" y="3291840"/>
            <a:ext cx="5024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rPr sz="1600" i="1" u="sng" dirty="0"/>
              <a:t>TEAM MEMBERS (GROUP G14 | PROJECT ID: G14-PID-11)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213" y="3794760"/>
            <a:ext cx="9920748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lang="en-IN" sz="1600" dirty="0"/>
              <a:t>•   </a:t>
            </a:r>
            <a:r>
              <a:rPr sz="1600" u="sng" dirty="0"/>
              <a:t>Priyanshi</a:t>
            </a:r>
            <a:r>
              <a:rPr sz="1600" dirty="0"/>
              <a:t> (Team Leader)   —   Roll No: 2510990889</a:t>
            </a:r>
            <a:r>
              <a:rPr lang="en-IN" sz="1600" dirty="0"/>
              <a:t>                                                                     </a:t>
            </a:r>
            <a:r>
              <a:rPr lang="en-IN" sz="1600" u="sng" dirty="0"/>
              <a:t>Submitted To:                                                     </a:t>
            </a:r>
            <a:endParaRPr sz="1600" u="sng" dirty="0"/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Nishtha Sharma</a:t>
            </a:r>
            <a:r>
              <a:rPr sz="1600" dirty="0"/>
              <a:t>   —   Roll No: 2510990840</a:t>
            </a:r>
            <a:r>
              <a:rPr lang="en-IN" sz="1600" dirty="0"/>
              <a:t>                                                                                    Mr. Shubham Kumar</a:t>
            </a:r>
            <a:endParaRPr sz="1600" dirty="0"/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Priyanshi </a:t>
            </a:r>
            <a:r>
              <a:rPr sz="1600" dirty="0"/>
              <a:t>  —   Roll No: 2510990916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Trisha Jindal   </a:t>
            </a:r>
            <a:r>
              <a:rPr sz="1600" dirty="0"/>
              <a:t>—   Roll No: 2510990815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Project Vision &amp; Core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01. The Problem &amp; Need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Dining floor order delays caused by manual paper order slips.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Waitstaff travel overhead between dining tables and kitchen chefs.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Lack of live table booking status &amp; dynamic occupancy tracking.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Severe UI lag &amp; Virtual DOM churn when scaling to 200 items.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Unauthenticated table mutations causing misplaced guest bills.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Need for an optimized, protected digital ordering SPA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02. What We Built (Phase 2 Capabilities)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Dynamic 12-table floor plan with live seating math (Nuclear, Family, Joint).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Royal Guest Access Gate modal with strict Protected Route locking on sign out.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Intelligent duplicate account detection automatically routing to Quick Log In.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Dynamic dining homepage with Royal Promotional Hero &amp; Hot Sellers showcases.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200 authenticated culinary items (50 Starters, 75 Mains, 40 Desserts, 35 Drinks).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Live cart with Split-Bill calculator, status stepper, and KDS kitchen dispatch.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Teleported 5-Star Dining Feedback system with glowing pill badges &amp;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03. Key Engineering Objectives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Synchronize multi-table state across ordering, served, and billed lifecycle.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Empirically prove 99.5% render reduction using React.memo &amp; useCallback.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Benchmark 9 items vs 200 items re-render cost via live visual render flashes.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Prevent duplicate accounts via phone collision detection and auto-login.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Persist guest session, orders, and ratings via browser LocalStorage state sync.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Syllabus-Aligned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315468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18 (SPA Engine)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Declarative component UI engine.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Virtual DOM reconciliation &amp; fiber tree.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Concurrent rendering &amp; state batching.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Component lifecycle &amp; custom 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164554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Vite 5 (Build Tool)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Lightning-fast Hot Module Replacement (HMR).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Native ES Module development server.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Optimized Rollup production bundler.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Zero-config fast startup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8640" y="164554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Router v6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Client-side single page navigation.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Smooth route switching (/Home, /Kitchen, /Audit).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Active state matching &amp; URL parameters.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Declarative Route &amp; Link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315468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Icons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Scalable vector SVG icon library.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Lightweight &amp; accessible icons.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Intuitive cart, table, &amp; kitchen visual cues.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Seamless UI action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4062433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CSS3 &amp; Flexbox/Grid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Custom responsive layout architecture.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Dark mahogany &amp; gold visual theme palette.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</a:t>
            </a:r>
            <a:r>
              <a:rPr sz="1200" dirty="0" err="1"/>
              <a:t>Glassmorphic</a:t>
            </a:r>
            <a:r>
              <a:rPr sz="1200" dirty="0"/>
              <a:t> card containers &amp; rounded borders.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Fluid desktop &amp; mobile display scaling.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8640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Centralized State Layer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Global state container at </a:t>
            </a:r>
            <a:r>
              <a:rPr sz="1200" dirty="0" err="1"/>
              <a:t>App.jsx</a:t>
            </a:r>
            <a:r>
              <a:rPr sz="1200" dirty="0"/>
              <a:t> root.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Synchronizes multi-table carts &amp; order queues.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Instant state dispatch to Kitchen View.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Persistent table status synchronization.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Core Component Architecture &amp; Modularity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43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Header.jsx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Table selector dropdown &amp; seating capacity filter.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Dataset benchmark toggle (9 vs 200 items).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Real-time audit mode banner indicator.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Navigation routing links for SPA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63677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OrderSidebar.jsx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Draft cart item manager &amp; quantity controls.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Cumulative billed history view per table.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Automated 5% GST &amp; ₹10 Service Charge split.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One-click 'Send to Kitchen' order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7304" y="1631407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MenuCard.jsx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Dish thumbnail display with 16:9 crop.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Portion size badges &amp; dietary tags (Veg/Non-Veg).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Price display in Terracotta Orange styling.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Add to Cart trigger with real-time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KitchenView.jsx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Real-time kitchen tickets queue for active tables.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Dish breakdown, quantities, &amp; special notes.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'Mark as Served' chef action trigger.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Live status sync updating table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4024370"/>
            <a:ext cx="315468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400" i="1" u="sng" dirty="0" err="1"/>
              <a:t>ReRenderAuditPanel.jsx</a:t>
            </a:r>
            <a:endParaRPr sz="14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Empirical component re-render event logger.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Performance metric comparison (Naive vs Optimized).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Live re-render counter badges per component.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Interactive DOM profiling benchmark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7304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menuData.js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Decoupled array-of-objects data schema.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Dynamic 200-item benchmark dataset generator.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Price, category, &amp; portion metadata specs.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Pure data provider maintaining clean </a:t>
            </a:r>
            <a:r>
              <a:rPr sz="1200" dirty="0" err="1"/>
              <a:t>SoC.</a:t>
            </a:r>
            <a:endParaRPr sz="1200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Culinary Menu Dataset &amp; Portion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p_gold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1874519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200400"/>
            <a:ext cx="196596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Samosa &amp; Chutney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₹60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SNACK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 Pcs with Mint Chutney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Crispy golden pastry filled with spiced potatoes.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10 Mins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rop_gol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057400"/>
            <a:ext cx="1874519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1800" y="3200400"/>
            <a:ext cx="1965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Dal Makhani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₹180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MAIN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300g Serving Bowl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Slow-cooked black lentils simmered overnight in cream.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15 Mins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rop_gold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9" y="2057400"/>
            <a:ext cx="1874519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3200400"/>
            <a:ext cx="19659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350" i="1" u="sng" dirty="0"/>
              <a:t>Garlic Butter Naan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sz="1350" dirty="0"/>
              <a:t>₹60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350" dirty="0"/>
              <a:t>VEG • BREAD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350" dirty="0"/>
              <a:t>3 Pcs Oven Baked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350" dirty="0"/>
              <a:t>Tandoor-baked flatbread brushed with garlic butter.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350" dirty="0"/>
              <a:t>Stock: Available • Prep: 8 Mins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rop_gold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057400"/>
            <a:ext cx="1874519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0919" y="3200400"/>
            <a:ext cx="19659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Cheesy Fries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₹150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FAST FOOD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250g Loaded Basket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Golden fries smothered in melted cheese.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12 Mins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rop_gold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057400"/>
            <a:ext cx="1874519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55480" y="3200400"/>
            <a:ext cx="1965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Gulab Jamun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₹120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DESSERT • POPULAR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 Jamuns + Scoop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Warm jamuns served with cold vanilla ice cream.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5 Mins</a:t>
            </a:r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Guest Authentication &amp; Protected Dining Gatekeeper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5333695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982279"/>
            <a:ext cx="496793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Royal Guest Access Gate &amp; Security Architecture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Dedicated Guest Access Gate: Seamless table onboarding capturing Guest Name, Contact Number, and Seating Party Size.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Strict Protected Route Gatekeeper: Dining floor, menu ordering, and kitchen dispatch stay strictly locked until authenticated.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Duplicate Account Auto-Detection: Instantly identifies registered phone numbers and prompts Quick Log In with an alert.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Post-Signout Route Protection: Signing out immediately re-engages protection to prevent unauthenticated table mutations.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Session &amp; Profile Persistence: Saved profiles persist in LocalStorage with one-click 'Clear Profiles' for evaluation testing.</a:t>
            </a:r>
          </a:p>
        </p:txBody>
      </p:sp>
      <p:pic>
        <p:nvPicPr>
          <p:cNvPr id="10" name="Picture 9" descr="slide6_guest_signup_mo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577" y="1863080"/>
            <a:ext cx="3525966" cy="3954800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5-Star Dining Feedback &amp; 4-Tier Culinary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5333695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385" y="2047680"/>
            <a:ext cx="496793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Dining Feedback System &amp; 4-Tier Menu Scaling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4-Tier Culinary Division: 200 items categorized into Starters (50), Mains (75), Desserts (40), and Beverages (35) with portion tags.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Teleported Dining Feedback Modal: Rendered via React createPortal to document.body, eliminating z-index &amp; stacking collisions.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Interactive Experience Tags: Sleek glowing pill badges for highlights (Food Quality, Quick Service, Royal Ambience, Value for Money, etc.).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Dynamic 5-Star Rating Selector: Interactive star rating with hover fills, instant feedback submission, and toast alerts.</a:t>
            </a:r>
          </a:p>
          <a:p>
            <a:pPr>
              <a:defRPr sz="1050">
                <a:solidFill>
                  <a:srgbClr val="FEF3C7"/>
                </a:solidFill>
              </a:defRPr>
            </a:pPr>
            <a:r>
              <a:t>•  Table Feedback &amp; Sentiment Sync: Stores dining ratings in LocalStorage for manager analytics and customer service tracking.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221" y="1863080"/>
            <a:ext cx="3178677" cy="3954800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II (Phase 2)I (Phase 2)I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Future Engineering Scope &amp; Technical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Phase 3: Digital Payments &amp; Split-Bill Sync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Integrated UPI, QR, and credit card payment gateway.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Automated split-bill share links sent via SMS/WhatsApp.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Cloud POS synchronization with real-time bill settlements.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Instant digital invoice generation with QR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2044893"/>
            <a:ext cx="3063240" cy="36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Phase 4: AI Recommendations &amp; Upselling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AI dish pairing suggestions based on guest past dining feedback.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Dynamic daily specials &amp; combo discounts optimization.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Real-time guest sentiment tracking &amp; kitchen alerts.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Predictive ingredient restocking alerts based on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2065734"/>
            <a:ext cx="306324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Phase 5: Multi-Branch Analytics &amp; Cloud KDS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Multi-outlet franchise live management dashboard.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Automated real-time inventory deduction on sales.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Cross-branch staff allocation and speed-of-service audit.</a:t>
            </a:r>
          </a:p>
          <a:p>
            <a:pPr>
              <a:defRPr sz="1000">
                <a:solidFill>
                  <a:srgbClr val="FEF3C7"/>
                </a:solidFill>
              </a:defRPr>
            </a:pPr>
            <a:r>
              <a:t>•  Enterprise analytics exportable to Excel, PDF, and cloud ERP.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</a:defRPr>
            </a:pPr>
            <a:r>
              <a:rPr i="1" u="sng" dirty="0"/>
              <a:t>THANK YOU</a:t>
            </a:r>
          </a:p>
          <a:p>
            <a:pPr algn="ctr">
              <a:spcBef>
                <a:spcPts val="1200"/>
              </a:spcBef>
              <a:defRPr sz="1600" b="1">
                <a:solidFill>
                  <a:srgbClr val="F97316"/>
                </a:solidFill>
              </a:defRPr>
            </a:pPr>
            <a:r>
              <a:rPr sz="1700" dirty="0"/>
              <a:t>RESTAURANT TABLE ORDERING SYSTEM (QUEEN'S KITCHEN)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rPr sz="1600" dirty="0"/>
              <a:t>Department of Computer Science &amp; Engineering • Chitkara University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DE047"/>
                </a:solidFill>
              </a:defRPr>
            </a:pPr>
            <a:r>
              <a:t>GROUP G14 • PROJECT ID: PID-11  • FRONT END ENGINEERING - II (Phase 2)I (Phase 2)I (Phase 2)I</a:t>
            </a:r>
            <a:endParaRPr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1321</Words>
  <Application>Microsoft Office PowerPoint</Application>
  <PresentationFormat>Widescreen</PresentationFormat>
  <Paragraphs>226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Nishtha Sharma</cp:lastModifiedBy>
  <cp:revision>4</cp:revision>
  <dcterms:created xsi:type="dcterms:W3CDTF">2013-01-27T09:14:16Z</dcterms:created>
  <dcterms:modified xsi:type="dcterms:W3CDTF">2026-09-14T15:27:48Z</dcterms:modified>
  <cp:category/>
</cp:coreProperties>
</file>